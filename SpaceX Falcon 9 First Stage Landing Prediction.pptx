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9"/>
  </p:notesMasterIdLst>
  <p:sldIdLst>
    <p:sldId id="256" r:id="rId5"/>
    <p:sldId id="288" r:id="rId6"/>
    <p:sldId id="259" r:id="rId7"/>
    <p:sldId id="258" r:id="rId8"/>
    <p:sldId id="260" r:id="rId9"/>
    <p:sldId id="297" r:id="rId10"/>
    <p:sldId id="303" r:id="rId11"/>
    <p:sldId id="302" r:id="rId12"/>
    <p:sldId id="300" r:id="rId13"/>
    <p:sldId id="301" r:id="rId14"/>
    <p:sldId id="299" r:id="rId15"/>
    <p:sldId id="298" r:id="rId16"/>
    <p:sldId id="289" r:id="rId17"/>
    <p:sldId id="293" r:id="rId18"/>
    <p:sldId id="261" r:id="rId19"/>
    <p:sldId id="278" r:id="rId20"/>
    <p:sldId id="283" r:id="rId21"/>
    <p:sldId id="277" r:id="rId22"/>
    <p:sldId id="284" r:id="rId23"/>
    <p:sldId id="285" r:id="rId24"/>
    <p:sldId id="286" r:id="rId25"/>
    <p:sldId id="281" r:id="rId26"/>
    <p:sldId id="280" r:id="rId27"/>
    <p:sldId id="287" r:id="rId28"/>
    <p:sldId id="263" r:id="rId29"/>
    <p:sldId id="264" r:id="rId30"/>
    <p:sldId id="291" r:id="rId31"/>
    <p:sldId id="290" r:id="rId32"/>
    <p:sldId id="292" r:id="rId33"/>
    <p:sldId id="295" r:id="rId34"/>
    <p:sldId id="282" r:id="rId35"/>
    <p:sldId id="266" r:id="rId36"/>
    <p:sldId id="273" r:id="rId37"/>
    <p:sldId id="296" r:id="rId38"/>
  </p:sldIdLst>
  <p:sldSz cx="12192000" cy="6858000"/>
  <p:notesSz cx="6858000" cy="1857375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9"/>
            <p14:sldId id="258"/>
            <p14:sldId id="260"/>
            <p14:sldId id="297"/>
            <p14:sldId id="303"/>
            <p14:sldId id="302"/>
            <p14:sldId id="300"/>
            <p14:sldId id="301"/>
            <p14:sldId id="299"/>
            <p14:sldId id="298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5" d="100"/>
          <a:sy n="75" d="100"/>
        </p:scale>
        <p:origin x="926" y="6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6.png"/><Relationship Id="rId4" Type="http://schemas.openxmlformats.org/officeDocument/2006/relationships/hyperlink" Target="https://github.com/Satish-KumarRam/IBM-Data-Science-Capstone-Project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3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782053" y="121340"/>
            <a:ext cx="10758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287303"/>
            <a:ext cx="73392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Executive Summary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Introduction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Data Collection &amp; Data Wrangling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&amp; Data Visualization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Visualization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SQL Queries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Folium Map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Plotly Dash Dashboard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(Classification)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Results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Conclusion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6"/>
            <a:ext cx="11813628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(EDA) using SQL Queries, Python Visualizations (Matplotlib &amp; Seaborn), and Plotly Dash.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Dash.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Models.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Matplotlib and Seaborn.</a:t>
            </a:r>
          </a:p>
          <a:p>
            <a:pPr lvl="0"/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an interactive Plotly Dash dashboard with dropdown filters, charts, and data visualizations for launch analysis.</a:t>
            </a:r>
          </a:p>
          <a:p>
            <a:pPr lvl="0"/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b="1" dirty="0"/>
              <a:t>GitHub Repository:</a:t>
            </a: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3270" y="935421"/>
            <a:ext cx="4540468" cy="4845269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Right side:</a:t>
            </a:r>
            <a:r>
              <a:rPr lang="en-IN" sz="2200" dirty="0"/>
              <a:t> Web Scraping notebook screenshot.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18D9BB-FED0-09D7-E6FD-DFDAC670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336" y="1074092"/>
            <a:ext cx="6611963" cy="47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103"/>
            <a:ext cx="10515600" cy="1103587"/>
          </a:xfrm>
        </p:spPr>
        <p:txBody>
          <a:bodyPr/>
          <a:lstStyle/>
          <a:p>
            <a:pPr algn="ctr"/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endParaRPr lang="en-IN" dirty="0"/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pPr algn="ctr"/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This project integrates data collection, EDA, SQL, interactive dashboards, and machine learning to predict Falcon 9 landing success.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achieved good predictive performance with no false negatives, although a few unsuccessful missions were classified as successful.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fontScale="92500"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2114</TotalTime>
  <Words>2324</Words>
  <Application>Microsoft Office PowerPoint</Application>
  <PresentationFormat>Widescreen</PresentationFormat>
  <Paragraphs>314</Paragraphs>
  <Slides>34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Introduction</vt:lpstr>
      <vt:lpstr>Executive Summary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Interactive Visual Analytics (Folium &amp; Plotly Dash)</vt:lpstr>
      <vt:lpstr>Predictive Analysis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159</cp:revision>
  <dcterms:created xsi:type="dcterms:W3CDTF">2024-10-30T05:40:03Z</dcterms:created>
  <dcterms:modified xsi:type="dcterms:W3CDTF">2026-08-03T19:32:44Z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